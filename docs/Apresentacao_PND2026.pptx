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s. Apresento-me e digo o que vou mostrar: uma aplicação que faz a pré-análise de pedidos de crédito pessoal segundo as 8 regras do enunciado. Vou seguir as 6 tarefas pela ordem, com uma demonstração curta da aplicação a meio. Tudo está no repositório: o README tem o índice de onde está cada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O enunciado pede um componente que avalie pedidos de crédito. A aplicação recebe os 8 dados do pedido e devolve a decisão, os motivos e os indicadores, como na secção “Resultado Esperado”. O exemplo à direita é o cenário B: contrato a prazo e taxa de esforço de 45,83%, por isso vai a análise manual pelas regras 4 e 6. Além disso, guarda tudo numa base de dados e permite que um analista decida os casos manuais.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20 s. Este é o roteiro: vou passar pelas 6 tarefas por esta ordem. A demonstração entra na tarefa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A ordem: primeiro a Regra 1, porque com dados inválidos (por exemplo, prazo zero) nem dá para calcular os indicadores. Depois calculo os indicadores e avalio as regras 2 a 7 todas, mesmo que uma já tenha recusado, para mostrar todos os motivos. No fim, a Regra 8 escolhe a mais restritiva. Destaco as decisões de interpretação, sobretudo a Regra 7: li “independentemente das restantes regras” como um mínimo, não como algo que anula uma recusa.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Casos que o enunciado não resolve: decidi e registei cada um, com a pergunta que faria ao negócio (11 perguntas no documento da Tarefa 1). Um exemplo das 6 user stories, a do analista, com critérios de aceitação. No modelo de dados, a decisão mais importante: separar a decisão automática, que nunca muda, do estado atual, e guardar o histórico de cada mudança. É isso que permite auditar e responder à Tarefa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Os 4 cenários do enunciado são testes automáticos, com estes valores. O D é interessante: recusa pela taxa de esforço, mas o motivo da Regra 5 também aparece. Além disso, testei os valores-limite de cada regra, exatamente no limite e logo acima, porque é aí que se escondem os erros. No total são 92 testes: 37 das regras, sem web nem base de dados, e os restantes da API, da base de dados, das próprias queries SQL e da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O utilizador só fala com a Web; a Web pede tudo à API; a API usa o Core, onde estão as regras, e grava na base de dados SQLite. O Core não depende de nada, por isso as regras testam-se em menos de um segundo. A API à parte é porque o enunciado pede um componente que outros canais possam usar. O Aspire arranca tudo com um F5 e dá um dashboard com logs. Se perguntarem: para este tamanho, um projeto único chegava; escolhi esta estrutura a pensar em como cresceria em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 min. Mudar para o browser. 1) Novo pedido → botão B → Analisar: mostro a decisão ANÁLISE MANUAL, os motivos 4 e 6 e os indicadores. 2) Submeter pedido: aparece o número, que é um link. 3) Pedidos: a lista, e o filtro por Análise manual. 4) Abrir o pedido: preencher Analista e Observação, Aprovar; o estado passa a APROVADO e o histórico ganha a linha do analista. 5) Novo pedido com o NIF “123 456 789”: é aceite — esta melhoria veio da Tarefa 6. Se a demonstração falhar, mostro as queries a correr no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As 5 consultas estão em sql/Tarefa4_Consultas.sql, comentadas. Duas decisões: “terminado” é o estado atual do pedido; e na 3, se houver empate, mostro todos os motivos empatados em vez de escolher um ao acaso. Para a 4 passei a gravar também as simulações. Se perguntarem onde está o SQL da aplicação: não há — a aplicação usa o Entity Framework (LINQ) e o SQL é gerado em execução, com parâmetros, o que protege contra SQL injection. O único SQL escrito à mão é este, de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40 s. Três grupos. Técnicas: o mais urgente é o login, porque hoje o analista escreve o nome à mão; e dois problemas de concorrência que encontrei no código — dois pedidos ao mesmo tempo podem calcular o mesmo número, e dois analistas podem decidir o mesmo pedido. Testes: no browser, de carga e de segurança. Auditoria: guardar a versão das regras com cada decisão e quem consultou cada pedido, por causa do RGPD. Detalhe no docs/Tarefa5.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Primeiro, o que falta saber: quando, em que passo, que mensagem e se há outros clientes. A primeira hipótese é a mais rápida de confirmar e, nesta aplicação, a mais provável: não é um erro técnico, o pedido deu PEDIDO INVÁLIDO — por exemplo, um NIF escrito com espaços. Ao analisar isto, encontrei três problemas reais e corrigi-os: o NIF com espaços, um campo que nem deixava escrever os espaços, e duas situações diferentes que mostravam a mesma mensagem. Agora a página mostra um código que o suporte procura diretamente nos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20 s. Três ideias para fechar: regras claras e testadas; decisões auditáveis; e uma solução pensada para crescer. Tudo está documentado no repositório: o README diz onde está cada resposta e o DECISIONS.md explica os porquês.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43000"/>
            <a:ext cx="822960" cy="822960"/>
          </a:xfrm>
          <a:prstGeom prst="roundRect">
            <a:avLst>
              <a:gd name="adj" fmla="val 28000"/>
            </a:avLst>
          </a:prstGeom>
          <a:solidFill>
            <a:srgbClr val="0D63B8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041559" y="1567339"/>
            <a:ext cx="128588" cy="128588"/>
          </a:xfrm>
          <a:prstGeom prst="line">
            <a:avLst/>
          </a:prstGeom>
          <a:noFill/>
          <a:ln w="36576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146" y="1567339"/>
            <a:ext cx="90011" cy="77152"/>
          </a:xfrm>
          <a:prstGeom prst="line">
            <a:avLst/>
          </a:prstGeom>
          <a:noFill/>
          <a:ln w="36576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260158" y="1451610"/>
            <a:ext cx="167164" cy="192881"/>
          </a:xfrm>
          <a:prstGeom prst="line">
            <a:avLst/>
          </a:prstGeom>
          <a:noFill/>
          <a:ln w="36576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65599" y="1389888"/>
            <a:ext cx="123444" cy="1234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PND2026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Pré-análise de Crédito Pessoal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aplicação que decide, explica e regista cada pedido de crédito.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·  .NET 10  ·  Blazor  ·  ASP.NET Core  ·  Entity Framework Core  ·  SQLite  ·  .NET Aspire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aplicação faz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um pedido de crédito e devolve logo: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decisão: aprovado, análise manual, recusado ou pedido inválido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motivos: todas as regras que dispararam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indicadores: prestação, taxa de esforço, idade no fim do contrato e montante máximo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cada pedido e cada simulação, e deixa um analista aprovar ou recusar os casos em análise manual, com justificação e histórico.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949440" y="1600200"/>
            <a:ext cx="4663440" cy="2880360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694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· cenário B do enunciado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738360" y="180136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738360" y="18013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MANUAL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Prestação estimada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416,67 €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esforço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0" y="2651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45,83%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Montante máximo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3017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40.000,00 €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7307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4 · Cliente com contrato a prazo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6 · Taxa de esforço entre 35% e 50%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3474720" cy="1234440"/>
          </a:xfrm>
          <a:prstGeom prst="roundRect">
            <a:avLst>
              <a:gd name="adj" fmla="val 11852"/>
            </a:avLst>
          </a:prstGeom>
          <a:solidFill>
            <a:srgbClr val="E8F1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9560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687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97680" y="4892040"/>
            <a:ext cx="3474720" cy="1234440"/>
          </a:xfrm>
          <a:prstGeom prst="roundRect">
            <a:avLst>
              <a:gd name="adj" fmla="val 11852"/>
            </a:avLst>
          </a:prstGeom>
          <a:solidFill>
            <a:srgbClr val="E8F1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49560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687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automáticos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46720" y="4892040"/>
            <a:ext cx="3474720" cy="1234440"/>
          </a:xfrm>
          <a:prstGeom prst="roundRect">
            <a:avLst>
              <a:gd name="adj" fmla="val 11852"/>
            </a:avLst>
          </a:prstGeom>
          <a:solidFill>
            <a:srgbClr val="E8F1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21040" y="49560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5687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respondidas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6 tarefas do enunciado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funcional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e a ordem, os casos ambíguos, as user stories e o modelo de dados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47472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17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cenários A a D e os valores-limite de cada regra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7472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017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e uma demonstração da aplicação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47472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à BD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57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extrações pedidas, em SQL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47472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51960"/>
            <a:ext cx="548640" cy="54864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da solução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257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mudava para levar a aplicação para produção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47472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251960"/>
            <a:ext cx="548640" cy="54864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210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problemas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257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 consigo pedir o crédito. Dá erro.”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31520" cy="73152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 · Análise funcional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74980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li as regras, e por que ordem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14600" cy="187452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12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pedido for inválido, pára aqui: os indicadores nem são calculáveis.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2514600"/>
            <a:ext cx="228600" cy="320040"/>
          </a:xfrm>
          <a:prstGeom prst="rightArrow">
            <a:avLst/>
          </a:prstGeom>
          <a:solidFill>
            <a:srgbClr val="9CC6F2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737360"/>
            <a:ext cx="2514600" cy="187452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212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Prestação, taxa de esforço, idade no fim do contrato e montante máximo.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2514600"/>
            <a:ext cx="228600" cy="320040"/>
          </a:xfrm>
          <a:prstGeom prst="rightArrow">
            <a:avLst/>
          </a:prstGeom>
          <a:solidFill>
            <a:srgbClr val="9CC6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737360"/>
            <a:ext cx="2514600" cy="1874520"/>
          </a:xfrm>
          <a:prstGeom prst="roundRect">
            <a:avLst>
              <a:gd name="adj" fmla="val 7805"/>
            </a:avLst>
          </a:prstGeom>
          <a:solidFill>
            <a:srgbClr val="F5F8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2 a 7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212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avaliadas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depois de uma recusa, para o resultado ter todos os motivos.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778240" y="2514600"/>
            <a:ext cx="228600" cy="320040"/>
          </a:xfrm>
          <a:prstGeom prst="rightArrow">
            <a:avLst/>
          </a:prstGeom>
          <a:solidFill>
            <a:srgbClr val="9CC6F2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1737360"/>
            <a:ext cx="2514600" cy="1874520"/>
          </a:xfrm>
          <a:prstGeom prst="roundRect">
            <a:avLst>
              <a:gd name="adj" fmla="val 7805"/>
            </a:avLst>
          </a:prstGeom>
          <a:solidFill>
            <a:srgbClr val="E8F1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8116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8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212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mais restritiva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Inválido › Recusado › Análise manual › Aprovado.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interpretação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“Superior a” e “exceder” são estritamente maior; “até 35%” inclui os 35,00%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Prestação e taxa arredondadas a 2 casas antes de comparar: o valor mostrado é o que decide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7 é um mínimo: vai pelo menos a análise manual, mas uma recusa de outra regra mantém-se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de cada decisão é a sua severidade, por isso a Regra 8 é só “o maior”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31520" cy="73152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 · Análise funcional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74980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ambíguos, user stories e modelo de dados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11880" cy="45262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não previstos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Prestações negativas ou situação em falta: pedido inválido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 guardado como texto (zeros à esquerda); aceita espaços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“do agregado”, mas idade e situação “do cliente”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 simulações: a Tarefa 4 conta os dois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669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+ 11 perguntas ao analista de negócio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611880" cy="45262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262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(1 de 6)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crédito, </a:t>
            </a:r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</a:t>
            </a:r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ou recusar os pedidos em análise manual com uma justificação, </a:t>
            </a:r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os casos que as regras não resolvem.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42900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pedido em análise manual, quando decido, então o estado muda e fica no histórico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nome ou observação, a decisão não é aceite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automática não muda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611880" cy="45262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7532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 flipH="1">
            <a:off x="9006840" y="2743200"/>
            <a:ext cx="845820" cy="365760"/>
          </a:xfrm>
          <a:prstGeom prst="line">
            <a:avLst/>
          </a:prstGeom>
          <a:noFill/>
          <a:ln w="19050">
            <a:solidFill>
              <a:srgbClr val="9CC6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52660" y="2743200"/>
            <a:ext cx="845820" cy="365760"/>
          </a:xfrm>
          <a:prstGeom prst="line">
            <a:avLst/>
          </a:prstGeom>
          <a:noFill/>
          <a:ln w="19050">
            <a:solidFill>
              <a:srgbClr val="9CC6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3547872"/>
            <a:ext cx="914" cy="384048"/>
          </a:xfrm>
          <a:prstGeom prst="line">
            <a:avLst/>
          </a:prstGeom>
          <a:noFill/>
          <a:ln w="19050">
            <a:solidFill>
              <a:srgbClr val="9CC6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3547872"/>
            <a:ext cx="1554480" cy="384048"/>
          </a:xfrm>
          <a:prstGeom prst="line">
            <a:avLst/>
          </a:prstGeom>
          <a:noFill/>
          <a:ln w="19050">
            <a:solidFill>
              <a:srgbClr val="9CC6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2580" y="2304288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E8F1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12580" y="23042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75320" y="310896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0D63B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75320" y="31089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66960" y="310896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8F1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966960" y="31089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Simulacoes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75320" y="393192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8F1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75320" y="39319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29800" y="3931920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E8F1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829800" y="39319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6634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DecisaoAutomatica nunca muda; EstadoAtual muda com o analista, e cada mudança fica no histórico.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31520" cy="73152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2 · Casos de teste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74980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cenários do enunciado e os limites de cada regra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1508760"/>
                <a:gridCol w="1600200"/>
                <a:gridCol w="16002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esforço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166,67 €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9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416,67 €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45,83%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0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 4 e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208,33 €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16,94%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RECUSADO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3 (incidentes)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694,44 €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82,87%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RECUSADO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5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6 (e a 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3891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Valores-limite testados um a um: 35,00% mantém e 35,01% vai a análise manual; 75 anos no fim do contrato passa e 75,08 não; 50.000 € exatos não disparam a Regra 7.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01000" y="1737360"/>
            <a:ext cx="3611880" cy="4389120"/>
          </a:xfrm>
          <a:prstGeom prst="roundRect">
            <a:avLst>
              <a:gd name="adj" fmla="val 4051"/>
            </a:avLst>
          </a:prstGeom>
          <a:solidFill>
            <a:srgbClr val="E8F1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75320" y="1920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66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automáticos, todos a passar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3520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(só o Core)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41239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4123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base de dados e SQL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4727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0" y="4727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HTTP da Web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5330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961120" y="53309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inteira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27729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31520" cy="73152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3 · Desenvolvimento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74980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Arquitetura: cada peça com uma responsabilidade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1031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91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Blazor; fala só com a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24912" y="3264408"/>
            <a:ext cx="548640" cy="292608"/>
          </a:xfrm>
          <a:prstGeom prst="rightArrow">
            <a:avLst/>
          </a:prstGeom>
          <a:solidFill>
            <a:srgbClr val="0D63B8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2743200"/>
            <a:ext cx="2103120" cy="1325880"/>
          </a:xfrm>
          <a:prstGeom prst="roundRect">
            <a:avLst>
              <a:gd name="adj" fmla="val 9655"/>
            </a:avLst>
          </a:prstGeom>
          <a:solidFill>
            <a:srgbClr val="0D63B8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37560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ApiService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291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/api/pedidos e base de dados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13832" y="3264408"/>
            <a:ext cx="548640" cy="292608"/>
          </a:xfrm>
          <a:prstGeom prst="rightArrow">
            <a:avLst/>
          </a:prstGeom>
          <a:solidFill>
            <a:srgbClr val="0D6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2743200"/>
            <a:ext cx="21031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26480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291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 regras; sem web nem base de dados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224528" y="4224528"/>
            <a:ext cx="329184" cy="292608"/>
          </a:xfrm>
          <a:prstGeom prst="rightArrow">
            <a:avLst/>
          </a:prstGeom>
          <a:solidFill>
            <a:srgbClr val="0D6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3337560" y="4663440"/>
            <a:ext cx="21031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337560" y="4828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caixa.db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5212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migrações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1691640"/>
            <a:ext cx="4892040" cy="73152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1691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AppHost (.NET Aspire): arranca e liga a Web e a API, com dashboard de logs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Porquê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210312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isoladas: testadas em menos de 1 segundo e reutilizáveis por qualquer canal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à parte: o enunciado pede um componente, não só páginas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compilador garante as fronteiras: a Web nem consegue tocar na base de dados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sem SQL na aplicação; migrações para mudar a estrutura sem perder dados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31520" cy="73152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3 · Desenvolvimento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74980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73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pedido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0208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cenário B e carregar em Analisar: decisão, motivos e indicadores.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69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91693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Submeter pedido: fica gravado com o número (ano + sequência).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465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1304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paginada; filtrar por “Análise manual”.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361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7091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pedido, aprovar com uma observação e ver a linha nova no histórico.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 com espaços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6052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“123 456 789”: é aceite e gravado sem os espaços.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01000" y="1691640"/>
            <a:ext cx="3611880" cy="3063240"/>
          </a:xfrm>
          <a:prstGeom prst="roundRect">
            <a:avLst>
              <a:gd name="adj" fmla="val 4776"/>
            </a:avLst>
          </a:prstGeom>
          <a:solidFill>
            <a:srgbClr val="0B254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23774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no CaixaProjeto.AppHost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dashboard: “Abrir a aplicação”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um pedido em análise manual já criado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B, se algo falhar: python sql/correr_consultas.py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31520" cy="73152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4 · Extrações / queries à BD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74980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consultas, em SQL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37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terminados com APROVADO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23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5237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em cada um dos outros estados (os 3 aparecem sempre, mesmo com 0)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101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 recusa mais frequente (em empate, mostra todos)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09651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0965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com mais de um pedido ou simulação no último mês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88289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882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8828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que passaram de ANÁLISE MANUAL a APROVADO (pelo histórico)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15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“Terminado com X” = estado atual do pedido, incluindo as decisões dos analistas.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5074920" cy="4389120"/>
          </a:xfrm>
          <a:prstGeom prst="roundRect">
            <a:avLst>
              <a:gd name="adj" fmla="val 3333"/>
            </a:avLst>
          </a:prstGeom>
          <a:solidFill>
            <a:srgbClr val="0B254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C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sql/correr_consultas.py 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No caso de RECUSA, o motivo mais frequente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29260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| Descricao                    | Ocorrencias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------+------------------------------+------------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| Incidentes de crédito        |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  | Taxa de esforço acima de 50% | 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com dados de teste: um empate, e os dois motivos aparecem.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4892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queries são testadas automaticamente: o teste lê o próprio ficheiro .sql.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31520" cy="73152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5 · Melhoria da solução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74980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mudava para produção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74720" cy="3200400"/>
          </a:xfrm>
          <a:prstGeom prst="roundRect">
            <a:avLst>
              <a:gd name="adj" fmla="val 4571"/>
            </a:avLst>
          </a:prstGeom>
          <a:solidFill>
            <a:srgbClr val="E8F1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perfis: quem submete, analista, auditor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Server; migrações aplicadas num passo da entrega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do pedido por sequência; concorrência otimista na decisão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 protegido (RGPD) e monitorização com alertas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74720" cy="3200400"/>
          </a:xfrm>
          <a:prstGeom prst="roundRect">
            <a:avLst>
              <a:gd name="adj" fmla="val 4571"/>
            </a:avLst>
          </a:prstGeom>
          <a:solidFill>
            <a:srgbClr val="F5F8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774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browser, do pedido à decisão (Playwright)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 concorrência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acessibilidade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Valores-limite validados pelo negócio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74720" cy="3200400"/>
          </a:xfrm>
          <a:prstGeom prst="roundRect">
            <a:avLst>
              <a:gd name="adj" fmla="val 4571"/>
            </a:avLst>
          </a:prstGeom>
          <a:solidFill>
            <a:srgbClr val="F5F8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 reporting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3774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das regras com cada decisão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consultou cada pedido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 autenticado e canal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só de acrescentar; ligar simulação ao pedido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14545"/>
            </a:avLst>
          </a:prstGeom>
          <a:solidFill>
            <a:srgbClr val="0B25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2852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feito durante o exercício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Migrações do Entity Framework  ·  mensagens de erro com código para o suporte  ·  NIF com espaços  ·  testes da API e das queries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731520" cy="73152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75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6 · Resolução de problemas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749808"/>
            <a:ext cx="10134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 consigo pedir o crédito. Dá erro.”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74720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8470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saber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67712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Quando, com a hora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botão parou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ou uma captura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 rede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outros clientes afetados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74720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18470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(as primeiras)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67712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erro: deu PEDIDO INVÁLIDO, por exemplo NIF com espaços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está em baixo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desatualizada depois de uma entrega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500 com uma mensagem enganadora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74720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254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18470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267712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Suporte: falar com o cliente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Desenvolvimento: logs e correção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Operações: infraestrutura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Negócio: se for uma recusa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 dados pessoais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11852"/>
            </a:avLst>
          </a:prstGeom>
          <a:solidFill>
            <a:srgbClr val="0D63B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8289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levou a 3 correções na aplicação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6694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NIF passou a aceitar espaços  ·  o campo deixou de cortar o NIF aos 9 caracteres  ·  “sem ligação” e “a API deu erro” têm mensagens diferentes, com um código para o suporte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0D63B8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992981" y="1153001"/>
            <a:ext cx="100013" cy="100013"/>
          </a:xfrm>
          <a:prstGeom prst="line">
            <a:avLst/>
          </a:prstGeom>
          <a:noFill/>
          <a:ln w="28448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994" y="1153001"/>
            <a:ext cx="70009" cy="60008"/>
          </a:xfrm>
          <a:prstGeom prst="line">
            <a:avLst/>
          </a:prstGeom>
          <a:noFill/>
          <a:ln w="28448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63003" y="1062990"/>
            <a:ext cx="130016" cy="150019"/>
          </a:xfrm>
          <a:prstGeom prst="line">
            <a:avLst/>
          </a:prstGeom>
          <a:noFill/>
          <a:ln w="28448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5013" y="1014984"/>
            <a:ext cx="96012" cy="960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29514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claras e testadas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6609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motor isolado, com 37 testes e os valores-limite de cada regra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20954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auditáveis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575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automática, estado atual e histórico de cada mudança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D63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2394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crescer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4897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separada, migrações e uma lista concreta de melhorias para produção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257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 Perguntas?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repositório: README (índice das respostas) · DECISIONS.md (os porquês) · docs/ (Tarefas 1, 5 e 6)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Pré-análise de Crédito Pessoal</dc:title>
  <dc:subject>PptxGenJS Presentation</dc:subject>
  <dc:creator>PptxGenJS</dc:creator>
  <cp:lastModifiedBy>PptxGenJS</cp:lastModifiedBy>
  <cp:revision>1</cp:revision>
  <dcterms:created xsi:type="dcterms:W3CDTF">2026-10-02T09:44:05Z</dcterms:created>
  <dcterms:modified xsi:type="dcterms:W3CDTF">2026-10-02T09:44:05Z</dcterms:modified>
</cp:coreProperties>
</file>